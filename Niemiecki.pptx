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1" r:id="rId4"/>
    <p:sldId id="260" r:id="rId5"/>
    <p:sldId id="274" r:id="rId6"/>
    <p:sldId id="275" r:id="rId7"/>
    <p:sldId id="272" r:id="rId8"/>
    <p:sldId id="273" r:id="rId9"/>
    <p:sldId id="269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32A31D-B35F-0310-CB2C-BC8386F32AD0}" v="146" dt="2026-01-26T20:56:45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kcent kolorów na białej powierzchni">
            <a:extLst>
              <a:ext uri="{FF2B5EF4-FFF2-40B4-BE49-F238E27FC236}">
                <a16:creationId xmlns:a16="http://schemas.microsoft.com/office/drawing/2014/main" id="{0E14C050-9655-1754-024B-A5BDB0821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05" r="9091" b="8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2941496" y="3638473"/>
            <a:ext cx="8728364" cy="1307188"/>
          </a:xfrm>
        </p:spPr>
        <p:txBody>
          <a:bodyPr>
            <a:normAutofit/>
          </a:bodyPr>
          <a:lstStyle/>
          <a:p>
            <a:r>
              <a:rPr lang="pl-PL" sz="7200" dirty="0">
                <a:solidFill>
                  <a:srgbClr val="7030A0"/>
                </a:solidFill>
              </a:rPr>
              <a:t>Kacper Kamionka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731821" y="5541758"/>
            <a:ext cx="8728363" cy="59585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pl-P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548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akwarium, żółw, gad, ryby&#10;&#10;Zawartość wygenerowana przez AI może być niepoprawna.">
            <a:extLst>
              <a:ext uri="{FF2B5EF4-FFF2-40B4-BE49-F238E27FC236}">
                <a16:creationId xmlns:a16="http://schemas.microsoft.com/office/drawing/2014/main" id="{53105610-76FD-3059-26BF-87240F43C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790" y="2628900"/>
            <a:ext cx="4135210" cy="4229100"/>
          </a:xfrm>
          <a:prstGeom prst="rect">
            <a:avLst/>
          </a:prstGeom>
        </p:spPr>
      </p:pic>
      <p:pic>
        <p:nvPicPr>
          <p:cNvPr id="6" name="Obraz 5" descr="Obraz zawierający akwarium, Akwarium słodkowodne, Wystrój akwarium, Oświetlenie akwarium&#10;&#10;Zawartość wygenerowana przez AI może być niepoprawna.">
            <a:extLst>
              <a:ext uri="{FF2B5EF4-FFF2-40B4-BE49-F238E27FC236}">
                <a16:creationId xmlns:a16="http://schemas.microsoft.com/office/drawing/2014/main" id="{FAC5358C-462B-15D8-E724-FAA35E648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790" y="-66675"/>
            <a:ext cx="4135210" cy="2695575"/>
          </a:xfrm>
          <a:prstGeom prst="rect">
            <a:avLst/>
          </a:prstGeom>
        </p:spPr>
      </p:pic>
      <p:pic>
        <p:nvPicPr>
          <p:cNvPr id="2" name="Obraz 1" descr="Obraz zawierający Rasa psa, zwierzę domowe, pies, ssak&#10;&#10;Zawartość wygenerowana przez AI może być niepoprawna.">
            <a:extLst>
              <a:ext uri="{FF2B5EF4-FFF2-40B4-BE49-F238E27FC236}">
                <a16:creationId xmlns:a16="http://schemas.microsoft.com/office/drawing/2014/main" id="{F212FBC4-FBD6-497E-4B7E-8BD1998804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105" r="-271" b="9169"/>
          <a:stretch>
            <a:fillRect/>
          </a:stretch>
        </p:blipFill>
        <p:spPr>
          <a:xfrm>
            <a:off x="4265903" y="561033"/>
            <a:ext cx="3785804" cy="5733235"/>
          </a:xfrm>
          <a:prstGeom prst="rect">
            <a:avLst/>
          </a:prstGeom>
        </p:spPr>
      </p:pic>
      <p:pic>
        <p:nvPicPr>
          <p:cNvPr id="3" name="Obraz 2" descr="Obraz zawierający ubrania, osoba, Ludzka twarz, obuwie&#10;&#10;Zawartość wygenerowana przez AI może być niepoprawna.">
            <a:extLst>
              <a:ext uri="{FF2B5EF4-FFF2-40B4-BE49-F238E27FC236}">
                <a16:creationId xmlns:a16="http://schemas.microsoft.com/office/drawing/2014/main" id="{71F741E2-82C4-580D-85A5-7F5CC7FA8C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320" t="21255" r="425" b="21469"/>
          <a:stretch>
            <a:fillRect/>
          </a:stretch>
        </p:blipFill>
        <p:spPr>
          <a:xfrm>
            <a:off x="-377" y="0"/>
            <a:ext cx="4263006" cy="685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6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Obraz zawierający Ludzka twarz, osoba, ubrania, w pomieszczeniu&#10;&#10;Zawartość wygenerowana przez AI może być niepoprawna.">
            <a:extLst>
              <a:ext uri="{FF2B5EF4-FFF2-40B4-BE49-F238E27FC236}">
                <a16:creationId xmlns:a16="http://schemas.microsoft.com/office/drawing/2014/main" id="{8B606FB0-3EF3-3266-1F7F-0178F4AE5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" y="0"/>
            <a:ext cx="7637821" cy="6858000"/>
          </a:xfrm>
          <a:prstGeom prst="rect">
            <a:avLst/>
          </a:prstGeom>
        </p:spPr>
      </p:pic>
      <p:pic>
        <p:nvPicPr>
          <p:cNvPr id="3" name="Obraz 2" descr="Flaga, Polska, Maszt, Flaga Polski">
            <a:extLst>
              <a:ext uri="{FF2B5EF4-FFF2-40B4-BE49-F238E27FC236}">
                <a16:creationId xmlns:a16="http://schemas.microsoft.com/office/drawing/2014/main" id="{7704D47B-A6B7-9AA6-8F9B-56DA81C7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45" t="549" r="23820" b="-549"/>
          <a:stretch>
            <a:fillRect/>
          </a:stretch>
        </p:blipFill>
        <p:spPr>
          <a:xfrm>
            <a:off x="7640357" y="4186"/>
            <a:ext cx="4555783" cy="692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40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Obraz zawierający mapa, tekst, atlas, diagram&#10;&#10;Zawartość wygenerowana przez AI może być niepoprawna.">
            <a:extLst>
              <a:ext uri="{FF2B5EF4-FFF2-40B4-BE49-F238E27FC236}">
                <a16:creationId xmlns:a16="http://schemas.microsoft.com/office/drawing/2014/main" id="{5268FFD8-A8B7-182F-3B3D-0F300E016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"/>
            <a:ext cx="12192000" cy="69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27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Zespół Szkół Łączności w Krakowie">
            <a:extLst>
              <a:ext uri="{FF2B5EF4-FFF2-40B4-BE49-F238E27FC236}">
                <a16:creationId xmlns:a16="http://schemas.microsoft.com/office/drawing/2014/main" id="{702DD057-8891-4B8C-5255-A322C8C472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39"/>
          <a:stretch>
            <a:fillRect/>
          </a:stretch>
        </p:blipFill>
        <p:spPr>
          <a:xfrm>
            <a:off x="0" y="0"/>
            <a:ext cx="12192000" cy="685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06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5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raz 1" descr="Obraz zawierający tekst, Reklama, zrzut ekranu, gra&#10;&#10;Zawartość wygenerowana przez AI może być niepoprawna.">
            <a:extLst>
              <a:ext uri="{FF2B5EF4-FFF2-40B4-BE49-F238E27FC236}">
                <a16:creationId xmlns:a16="http://schemas.microsoft.com/office/drawing/2014/main" id="{A48C9045-ECFB-DAC3-95BE-054E971A1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" t="26389" b="8889"/>
          <a:stretch>
            <a:fillRect/>
          </a:stretch>
        </p:blipFill>
        <p:spPr>
          <a:xfrm rot="10800000">
            <a:off x="7055163" y="643467"/>
            <a:ext cx="3861528" cy="55710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az 2" descr="Obraz zawierający tekst, Ludzka twarz, ubrania, uśmiech&#10;&#10;Zawartość wygenerowana przez AI może być niepoprawna.">
            <a:extLst>
              <a:ext uri="{FF2B5EF4-FFF2-40B4-BE49-F238E27FC236}">
                <a16:creationId xmlns:a16="http://schemas.microsoft.com/office/drawing/2014/main" id="{4FE7D639-E2D0-EBBF-B776-9D060ADF2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72" r="308" b="26250"/>
          <a:stretch>
            <a:fillRect/>
          </a:stretch>
        </p:blipFill>
        <p:spPr>
          <a:xfrm>
            <a:off x="1132963" y="643467"/>
            <a:ext cx="414621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8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projekt graficzny&#10;&#10;Zawartość wygenerowana przez AI może być niepoprawna.">
            <a:extLst>
              <a:ext uri="{FF2B5EF4-FFF2-40B4-BE49-F238E27FC236}">
                <a16:creationId xmlns:a16="http://schemas.microsoft.com/office/drawing/2014/main" id="{7C4FDED9-4C20-C3A6-6550-BEA29FB74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pic>
        <p:nvPicPr>
          <p:cNvPr id="4" name="Obraz 3" descr="Obraz zawierający tekst, zrzut ekranu, projekt graficzny, Grafika&#10;&#10;Zawartość wygenerowana przez AI może być niepoprawna.">
            <a:extLst>
              <a:ext uri="{FF2B5EF4-FFF2-40B4-BE49-F238E27FC236}">
                <a16:creationId xmlns:a16="http://schemas.microsoft.com/office/drawing/2014/main" id="{F15AE0AE-6510-A686-A0DC-2C025344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0"/>
            <a:ext cx="9182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oprogramowanie, Strona internetowa&#10;&#10;Zawartość wygenerowana przez AI może być niepoprawna.">
            <a:extLst>
              <a:ext uri="{FF2B5EF4-FFF2-40B4-BE49-F238E27FC236}">
                <a16:creationId xmlns:a16="http://schemas.microsoft.com/office/drawing/2014/main" id="{4FF98E8A-2CC2-B5FA-3575-21C4B8D8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0"/>
            <a:ext cx="3086100" cy="6858000"/>
          </a:xfrm>
          <a:prstGeom prst="rect">
            <a:avLst/>
          </a:prstGeom>
        </p:spPr>
      </p:pic>
      <p:pic>
        <p:nvPicPr>
          <p:cNvPr id="4" name="Obraz 3" descr="Obraz zawierający kreskówka, zabawka, Postać fikcyjna, w pomieszczeniu&#10;&#10;Zawartość wygenerowana przez AI może być niepoprawna.">
            <a:extLst>
              <a:ext uri="{FF2B5EF4-FFF2-40B4-BE49-F238E27FC236}">
                <a16:creationId xmlns:a16="http://schemas.microsoft.com/office/drawing/2014/main" id="{EC01FE64-960D-27B7-B510-2FF34EB06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0"/>
            <a:ext cx="4000500" cy="6858000"/>
          </a:xfrm>
          <a:prstGeom prst="rect">
            <a:avLst/>
          </a:prstGeom>
        </p:spPr>
      </p:pic>
      <p:pic>
        <p:nvPicPr>
          <p:cNvPr id="5" name="Obraz 4" descr="Obraz zawierający zrzut ekranu, Ludzka twarz, sztuka&#10;&#10;Zawartość wygenerowana przez AI może być niepoprawna.">
            <a:extLst>
              <a:ext uri="{FF2B5EF4-FFF2-40B4-BE49-F238E27FC236}">
                <a16:creationId xmlns:a16="http://schemas.microsoft.com/office/drawing/2014/main" id="{7E6E60E0-DC9E-B101-0A09-AB9C71AE0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55"/>
            <a:ext cx="5104483" cy="685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56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E57356-356B-3AB4-CEF8-0D6F38A34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7778" y="1810917"/>
            <a:ext cx="9736444" cy="26211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6600" i="1" err="1">
                <a:solidFill>
                  <a:srgbClr val="92D050"/>
                </a:solidFill>
              </a:rPr>
              <a:t>Danke</a:t>
            </a:r>
            <a:br>
              <a:rPr lang="pl-PL" sz="6600" i="1" dirty="0"/>
            </a:br>
            <a:r>
              <a:rPr lang="pl-PL" sz="6600" i="1" err="1">
                <a:solidFill>
                  <a:srgbClr val="00B0F0"/>
                </a:solidFill>
                <a:ea typeface="+mj-lt"/>
                <a:cs typeface="+mj-lt"/>
              </a:rPr>
              <a:t>für</a:t>
            </a:r>
            <a:br>
              <a:rPr lang="pl-PL" sz="6600" i="1" dirty="0">
                <a:ea typeface="+mj-lt"/>
                <a:cs typeface="+mj-lt"/>
              </a:rPr>
            </a:br>
            <a:r>
              <a:rPr lang="pl-PL" sz="6600" i="1" err="1">
                <a:solidFill>
                  <a:srgbClr val="FF0000"/>
                </a:solidFill>
              </a:rPr>
              <a:t>die</a:t>
            </a:r>
            <a:r>
              <a:rPr lang="pl-PL" sz="6600" i="1" dirty="0">
                <a:solidFill>
                  <a:srgbClr val="FF0000"/>
                </a:solidFill>
              </a:rPr>
              <a:t> </a:t>
            </a:r>
            <a:r>
              <a:rPr lang="pl-PL" sz="6600" i="1" err="1">
                <a:solidFill>
                  <a:srgbClr val="7030A0"/>
                </a:solidFill>
              </a:rPr>
              <a:t>Aufmerksamkeit</a:t>
            </a:r>
            <a:r>
              <a:rPr lang="pl-PL" sz="6600" i="1" dirty="0"/>
              <a:t>.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676994-2596-7D77-A5B9-76B17982F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3247538" y="5285342"/>
            <a:ext cx="518999" cy="155812"/>
          </a:xfrm>
        </p:spPr>
        <p:txBody>
          <a:bodyPr>
            <a:normAutofit fontScale="25000" lnSpcReduction="20000"/>
          </a:bodyPr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599089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9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0" baseType="lpstr">
      <vt:lpstr>Motyw pakietu Office</vt:lpstr>
      <vt:lpstr>Kacper Kamionka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Danke für die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76</cp:revision>
  <dcterms:created xsi:type="dcterms:W3CDTF">2026-01-26T17:48:35Z</dcterms:created>
  <dcterms:modified xsi:type="dcterms:W3CDTF">2026-01-26T20:59:05Z</dcterms:modified>
</cp:coreProperties>
</file>