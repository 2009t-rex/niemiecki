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23" r:id="rId11"/>
    <p:sldId id="321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AF1C8-0233-DFDB-8033-148F3B84DF6B}" v="221" dt="2026-05-26T17:38:29.787"/>
    <p1510:client id="{FC9FDAE9-12F0-E328-F6DC-458563144EAD}" v="23" dt="2026-05-26T17:40:43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6:46:22.903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8776 14181 16383 0 0,'5'-5'0'0'0,"5"0"0"0"0,6-1 0 0 0,4 2 0 0 0,3 1 0 0 0,-7 1 0 0 0,-10 0 0 0 0,-15 6 0 0 0,-10 7 0 0 0,2 0 0 0 0,22-1 0 0 0,18-2 0 0 0,19-7 0 0 0,28-4 0 0 0,10-1 0 0 0,-3 0 0 0 0,-20 1 0 0 0,-28 1 0 0 0,-23 0 0 0 0,-21 1 0 0 0,-13 1 0 0 0,-6 0 0 0 0,-1 0 0 0 0,1 0 0 0 0,2 0 0 0 0,14 0 0 0 0,38 1 0 0 0,23-1 0 0 0,17 0 0 0 0,12 0 0 0 0,2 0 0 0 0,-20 0 0 0 0,-32 0 0 0 0,-29 0 0 0 0,-22 0 0 0 0,-14 4 0 0 0,-9 2 0 0 0,-12-1 0 0 0,-1 0 0 0 0,7-2 0 0 0,9-1 0 0 0,18-1 0 0 0,17-1 0 0 0,16 0 0 0 0,8 4 0 0 0,-7 2 0 0 0,-8-1 0 0 0,-16 8 0 0 0,-13 2 0 0 0,-10-2 0 0 0,-6-4 0 0 0,-3-2 0 0 0,3 6 0 0 0,19 0 0 0 0,32-1 0 0 0,29-4 0 0 0,26-2 0 0 0,13-3 0 0 0,3-1 0 0 0,-6-2 0 0 0,-15 4 0 0 0,-16 6 0 0 0,-13 9 0 0 0,-20 2 0 0 0,-27 6 0 0 0,-23 3 0 0 0,-20-4 0 0 0,-11-7 0 0 0,2-5 0 0 0,7-2 0 0 0,10-3 0 0 0,16-7 0 0 0,15-12 0 0 0,17-10 0 0 0,19-4 0 0 0,17-4 0 0 0,13 3 0 0 0,5 2 0 0 0,-1 5 0 0 0,-11 5 0 0 0,-7 5 0 0 0,6 4 0 0 0,7-2 0 0 0,5-4 0 0 0,10-5 0 0 0,8 1 0 0 0,4 2 0 0 0,3 3 0 0 0,-5 3 0 0 0,-8 3 0 0 0,-9 2 0 0 0,-8 1 0 0 0,-14 0 0 0 0,-20 1 0 0 0,-9-1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6:46:22.904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8566 15372 16383 0 0,'-9'4'0'0'0,"-11"6"0"0"0,-3 6 0 0 0,-1 4 0 0 0,3 3 0 0 0,1-2 0 0 0,4-1 0 0 0,0-3 0 0 0,3-1 0 0 0,4 2 0 0 0,3 2 0 0 0,2 2 0 0 0,3 1 0 0 0,1 1 0 0 0,0 2 0 0 0,1-1 0 0 0,0 1 0 0 0,-1 0 0 0 0,5-4 0 0 0,1-2 0 0 0,4 0 0 0 0,5 1 0 0 0,-1 1 0 0 0,2 2 0 0 0,-1 0 0 0 0,0-3 0 0 0,-2 3 0 0 0,2-2 0 0 0,1-1 0 0 0,4-4 0 0 0,1-5 0 0 0,3-4 0 0 0,1-4 0 0 0,-4 2 0 0 0,-1 0 0 0 0,-4-5 0 0 0,0-8 0 0 0,-3-6 0 0 0,-4-10 0 0 0,-3-6 0 0 0,-3-1 0 0 0,-1-1 0 0 0,-2 1 0 0 0,-5 1 0 0 0,-1 1 0 0 0,-1 2 0 0 0,2-5 0 0 0,2-4 0 0 0,-4 2 0 0 0,0 4 0 0 0,-3 1 0 0 0,-5 7 0 0 0,1 1 0 0 0,-2 1 0 0 0,-2 3 0 0 0,-3 4 0 0 0,-2 5 0 0 0,-6-2 0 0 0,-2 2 0 0 0,4-3 0 0 0,7-4 0 0 0,7-4 0 0 0,5-3 0 0 0,4-3 0 0 0,3-1 0 0 0,6 4 0 0 0,6 4 0 0 0,2 7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6:46:22.905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9226 17023 16383 0 0,'5'0'0'0'0,"0"-4"0"0"0,1-11 0 0 0,-2-15 0 0 0,-5-11 0 0 0,-7-8 0 0 0,-2 1 0 0 0,-4 3 0 0 0,1 2 0 0 0,2 3 0 0 0,3 17 0 0 0,3 21 0 0 0,3 20 0 0 0,1 15 0 0 0,-4 3 0 0 0,-4-6 0 0 0,-6-7 0 0 0,-5-12 0 0 0,2-13 0 0 0,3-10 0 0 0,5-11 0 0 0,3-7 0 0 0,4-2 0 0 0,2 0 0 0 0,1 1 0 0 0,0 1 0 0 0,1 2 0 0 0,4 6 0 0 0,2 19 0 0 0,-1 14 0 0 0,-6 15 0 0 0,-2 6 0 0 0,-6 8 0 0 0,-6 0 0 0 0,0-2 0 0 0,2-3 0 0 0,3-3 0 0 0,4-7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6:46:22.906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8267 17804 16383 0 0,'-4'0'0'0'0,"-6"0"0"0"0,-2-4 0 0 0,3-11 0 0 0,1-11 0 0 0,3 4 0 0 0,2 22 0 0 0,1 20 0 0 0,2 15 0 0 0,0 7 0 0 0,5-5 0 0 0,5-8 0 0 0,6-9 0 0 0,5-8 0 0 0,2-6 0 0 0,-6-5 0 0 0,-11-1 0 0 0,-11-1 0 0 0,-4 3 0 0 0,-5 7 0 0 0,0 5 0 0 0,-3 9 0 0 0,-1 6 0 0 0,-8 6 0 0 0,-3 1 0 0 0,3 3 0 0 0,7-8 0 0 0,5-24 0 0 0,7-21 0 0 0,-6-26 0 0 0,0-10 0 0 0,-6-10 0 0 0,-5 2 0 0 0,3 18 0 0 0,3 21 0 0 0,6 18 0 0 0,5 18 0 0 0,3 10 0 0 0,3-8 0 0 0,6-12 0 0 0,5-19 0 0 0,7-13 0 0 0,0 2 0 0 0,-16 23 0 0 0,-9 20 0 0 0,-6 24 0 0 0,-6 13 0 0 0,1 10 0 0 0,-5 6 0 0 0,1 0 0 0 0,5-4 0 0 0,5-10 0 0 0,6-5 0 0 0,7-17 0 0 0,8-19 0 0 0,4-17 0 0 0,-2-13 0 0 0,3-4 0 0 0,-1-4 0 0 0,-2-3 0 0 0,0 3 0 0 0,9 0 0 0 0,8 3 0 0 0,5-3 0 0 0,1-4 0 0 0,0-1 0 0 0,-3-1 0 0 0,-5 8 0 0 0,-12 12 0 0 0,-12 11 0 0 0,11-9 0 0 0,12-11 0 0 0,15-17 0 0 0,10-25 0 0 0,-4-6 0 0 0,-1-11 0 0 0,-7 4 0 0 0,-20 17 0 0 0,-16 27 0 0 0,-13 18 0 0 0,-8 23 0 0 0,-2 13 0 0 0,-1 3 0 0 0,4-1 0 0 0,5 0 0 0 0,4-6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6:46:22.90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32997 21003 16383 0 0,'4'0'0'0'0,"18"0"0"0"0,30 0 0 0 0,31 0 0 0 0,43 0 0 0 0,41 0 0 0 0,34 0 0 0 0,20 0 0 0 0,1 0 0 0 0,-33 0 0 0 0,-45 0 0 0 0,-62 0 0 0 0,-59 0 0 0 0,-53 0 0 0 0,-51 0 0 0 0,-45 0 0 0 0,-37 0 0 0 0,-25 0 0 0 0,-14 0 0 0 0,-1 0 0 0 0,6 4 0 0 0,14 6 0 0 0,31 0 0 0 0,29 0 0 0 0,22-3 0 0 0,21-2 0 0 0,15-2 0 0 0,23-2 0 0 0,40 0 0 0 0,31-1 0 0 0,37-1 0 0 0,32 1 0 0 0,27-1 0 0 0,23 1 0 0 0,1 0 0 0 0,-23 4 0 0 0,-38 14 0 0 0,-55 12 0 0 0,-45 1 0 0 0,-58-1 0 0 0,-62-1 0 0 0,-59-6 0 0 0,-37-6 0 0 0,-23-7 0 0 0,-1-4 0 0 0,35-4 0 0 0,49-2 0 0 0,70-1 0 0 0,64 0 0 0 0,67 0 0 0 0,73 0 0 0 0,72 0 0 0 0,60 0 0 0 0,39 1 0 0 0,18 0 0 0 0,-4 0 0 0 0,-26 0 0 0 0,-55 0 0 0 0,-59 4 0 0 0,-58 6 0 0 0,-67 1 0 0 0,-45-2 0 0 0,-41 3 0 0 0,-34-2 0 0 0,-64-2 0 0 0,-59-2 0 0 0,-37-3 0 0 0,-10-1 0 0 0,58-2 0 0 0,88 0 0 0 0,122 0 0 0 0,127-1 0 0 0,140 1 0 0 0,140 0 0 0 0,86-1 0 0 0,22 1 0 0 0,-41 0 0 0 0,-68 0 0 0 0,-96 0 0 0 0,-109 0 0 0 0,-111 0 0 0 0,-83 0 0 0 0,-101 0 0 0 0,-136 0 0 0 0,-131-4 0 0 0,-114-14 0 0 0,-63-12 0 0 0,5-9 0 0 0,48-7 0 0 0,96 6 0 0 0,119 8 0 0 0,112 6 0 0 0,116 0 0 0 0,118-1 0 0 0,107 5 0 0 0,80 5 0 0 0,57 7 0 0 0,14 4 0 0 0,-21 4 0 0 0,-56 1 0 0 0,-73 6 0 0 0,-68 6 0 0 0,-54 9 0 0 0,-60 10 0 0 0,-51 3 0 0 0,-30-3 0 0 0,-19-3 0 0 0,-60-6 0 0 0,-66-6 0 0 0,-49-7 0 0 0,-28-3 0 0 0,7-4 0 0 0,44 7 0 0 0,61 2 0 0 0,57-1 0 0 0,62 7 0 0 0,60 0 0 0 0,39-3 0 0 0,67-3 0 0 0,84 1 0 0 0,84 3 0 0 0,50 6 0 0 0,22 13 0 0 0,-15 5 0 0 0,-54-4 0 0 0,-90-8 0 0 0,-84-8 0 0 0,-78-7 0 0 0,-81-6 0 0 0,-66-3 0 0 0,-62-3 0 0 0,-48 0 0 0 0,-28-1 0 0 0,1 1 0 0 0,54-1 0 0 0,76 2 0 0 0,89 3 0 0 0,99 7 0 0 0,89 9 0 0 0,62 5 0 0 0,42 4 0 0 0,8 0 0 0 0,-14 0 0 0 0,-52-5 0 0 0,-67-6 0 0 0,-78-6 0 0 0,-92-5 0 0 0,-84-4 0 0 0,-64-2 0 0 0,-48 0 0 0 0,-28-2 0 0 0,7 1 0 0 0,37 0 0 0 0,49 0 0 0 0,59 1 0 0 0,75 0 0 0 0,82 0 0 0 0,90 0 0 0 0,84 0 0 0 0,61 0 0 0 0,34 0 0 0 0,-2 0 0 0 0,-48-4 0 0 0,-76-2 0 0 0,-89 1 0 0 0,-97 1 0 0 0,-109 1 0 0 0,-101-3 0 0 0,-110-5 0 0 0,-80-12 0 0 0,-43-8 0 0 0,2-5 0 0 0,40-2 0 0 0,85 2 0 0 0,106-5 0 0 0,98-1 0 0 0,90 4 0 0 0,83 0 0 0 0,77 1 0 0 0,63 4 0 0 0,39-1 0 0 0,22 5 0 0 0,0 8 0 0 0,-35 7 0 0 0,-50 6 0 0 0,-51 5 0 0 0,-48 10 0 0 0,-51 9 0 0 0,-35 1 0 0 0,-32 7 0 0 0,-25-2 0 0 0,-17-3 0 0 0,-9-6 0 0 0,-1-5 0 0 0,4-4 0 0 0,22-15 0 0 0,37-13 0 0 0,48-12 0 0 0,31 1 0 0 0,29 2 0 0 0,27 2 0 0 0,25 3 0 0 0,46-3 0 0 0,39 1 0 0 0,-7-4 0 0 0,-35 4 0 0 0,-40 8 0 0 0,-47 7 0 0 0,-54 6 0 0 0,-43 5 0 0 0,-35 3 0 0 0,-38 1 0 0 0,-66 2 0 0 0,-60-1 0 0 0,-42 0 0 0 0,-20 0 0 0 0,-3 0 0 0 0,12-1 0 0 0,61 1 0 0 0,91-1 0 0 0,106-5 0 0 0,92 0 0 0 0,70-5 0 0 0,50 1 0 0 0,29 0 0 0 0,8 3 0 0 0,-8 2 0 0 0,-26 2 0 0 0,-44 1 0 0 0,-65 1 0 0 0,-61 0 0 0 0,-58 0 0 0 0,-62 1 0 0 0,-57 3 0 0 0,-37 6 0 0 0,-22 1 0 0 0,-5-1 0 0 0,28-3 0 0 0,49-6 0 0 0,55-4 0 0 0,65-5 0 0 0,75-14 0 0 0,77-7 0 0 0,67-7 0 0 0,53-1 0 0 0,31 5 0 0 0,11 8 0 0 0,-9 9 0 0 0,-21 2 0 0 0,-29-1 0 0 0,-35-2 0 0 0,-44-2 0 0 0,-39-3 0 0 0,-49 3 0 0 0,-51 4 0 0 0,-53 5 0 0 0,-49 11 0 0 0,-23 7 0 0 0,-11 0 0 0 0,-9 0 0 0 0,0-2 0 0 0,24-7 0 0 0,49-11 0 0 0,44-8 0 0 0,39-4 0 0 0,42-4 0 0 0,36 0 0 0 0,28-1 0 0 0,5 6 0 0 0,-5 5 0 0 0,-24 7 0 0 0,-28 4 0 0 0,-21 4 0 0 0,-23 10 0 0 0,-19 7 0 0 0,-36 15 0 0 0,-33 10 0 0 0,-34 2 0 0 0,-13-6 0 0 0,-13-9 0 0 0,-13-9 0 0 0,-14-8 0 0 0,-13-5 0 0 0,9-4 0 0 0,43-2 0 0 0,53-1 0 0 0,66-4 0 0 0,64-5 0 0 0,50-5 0 0 0,28-4 0 0 0,7-6 0 0 0,-20 0 0 0 0,-41 5 0 0 0,-49 7 0 0 0,-45 4 0 0 0,-47 6 0 0 0,-37 2 0 0 0,-20 2 0 0 0,-13 0 0 0 0,-25 2 0 0 0,-21-1 0 0 0,-16 0 0 0 0,-2-1 0 0 0,20 1 0 0 0,43-1 0 0 0,49-12 0 0 0,44-9 0 0 0,43-17 0 0 0,39-18 0 0 0,35-17 0 0 0,22-12 0 0 0,-5 4 0 0 0,-12 7 0 0 0,-22 17 0 0 0,-26 18 0 0 0,-23 28 0 0 0,-39 28 0 0 0,-32 32 0 0 0,-31 20 0 0 0,-30 15 0 0 0,-27 5 0 0 0,-7-8 0 0 0,11-13 0 0 0,20-19 0 0 0,20-18 0 0 0,12-14 0 0 0,7-13 0 0 0,3-29 0 0 0,8-27 0 0 0,11-16 0 0 0,8-6 0 0 0,8 3 0 0 0,4-1 0 0 0,15 14 0 0 0,31 11 0 0 0,33 6 0 0 0,27 6 0 0 0,27 4 0 0 0,-2 8 0 0 0,-18 8 0 0 0,-23 6 0 0 0,-23 5 0 0 0,-14 3 0 0 0,-7 1 0 0 0,-11 10 0 0 0,-11 11 0 0 0,-8 18 0 0 0,-8 24 0 0 0,-3 13 0 0 0,-4 2 0 0 0,-8 12 0 0 0,-15 0 0 0 0,-17-12 0 0 0,-25-6 0 0 0,-13-16 0 0 0,-11-13 0 0 0,-1-10 0 0 0,6-10 0 0 0,9-10 0 0 0,6-6 0 0 0,3-21 0 0 0,12-25 0 0 0,16-18 0 0 0,15-21 0 0 0,11-8 0 0 0,13-11 0 0 0,23-6 0 0 0,28-1 0 0 0,22 4 0 0 0,24 7 0 0 0,20 11 0 0 0,8 15 0 0 0,-6 19 0 0 0,-10 18 0 0 0,-7 14 0 0 0,-17 14 0 0 0,-14 15 0 0 0,-18 14 0 0 0,-20 11 0 0 0,-13 15 0 0 0,-12 19 0 0 0,-6 6 0 0 0,-3 6 0 0 0,-1 2 0 0 0,-1 2 0 0 0,1 7 0 0 0,-8 4 0 0 0,-10-7 0 0 0,-17-6 0 0 0,-8-19 0 0 0,-3-19 0 0 0,2-19 0 0 0,9-31 0 0 0,15-39 0 0 0,20-26 0 0 0,23-26 0 0 0,12-5 0 0 0,5 1 0 0 0,4-3 0 0 0,0 7 0 0 0,-4 11 0 0 0,1 19 0 0 0,-3 29 0 0 0,-6 37 0 0 0,-9 38 0 0 0,-7 25 0 0 0,-7 17 0 0 0,-3 8 0 0 0,-3 0 0 0 0,-1 2 0 0 0,-9-16 0 0 0,-15-12 0 0 0,-12-17 0 0 0,-7-17 0 0 0,-1-14 0 0 0,3-9 0 0 0,1-11 0 0 0,7-13 0 0 0,-3-28 0 0 0,1-15 0 0 0,6-15 0 0 0,8-23 0 0 0,9-20 0 0 0,5-31 0 0 0,5-16 0 0 0,3-4 0 0 0,1 22 0 0 0,0 39 0 0 0,1 60 0 0 0,-1 49 0 0 0,0 50 0 0 0,0 49 0 0 0,-5 40 0 0 0,-14 30 0 0 0,-24 22 0 0 0,-14-13 0 0 0,-1-33 0 0 0,5-37 0 0 0,7-38 0 0 0,7-43 0 0 0,10-35 0 0 0,10-37 0 0 0,12-44 0 0 0,15-41 0 0 0,19-39 0 0 0,16-25 0 0 0,10-5 0 0 0,0 28 0 0 0,-6 33 0 0 0,-7 41 0 0 0,-5 44 0 0 0,-6 52 0 0 0,-7 38 0 0 0,-8 28 0 0 0,-7 29 0 0 0,-4 26 0 0 0,-3 13 0 0 0,-1 5 0 0 0,-2 7 0 0 0,1 4 0 0 0,-5-8 0 0 0,-5-24 0 0 0,-4-28 0 0 0,-9-29 0 0 0,-16-25 0 0 0,-6-40 0 0 0,5-36 0 0 0,6-24 0 0 0,0-17 0 0 0,2-25 0 0 0,6-22 0 0 0,9-12 0 0 0,6-2 0 0 0,6 19 0 0 0,20 18 0 0 0,17 17 0 0 0,6 25 0 0 0,-3 18 0 0 0,-2 17 0 0 0,0 12 0 0 0,9 10 0 0 0,0 30 0 0 0,-6 31 0 0 0,-10 15 0 0 0,-8 15 0 0 0,-7 27 0 0 0,-10 32 0 0 0,-18-2 0 0 0,-13-8 0 0 0,-14-26 0 0 0,-12-29 0 0 0,0-27 0 0 0,1-23 0 0 0,-2-16 0 0 0,-4-11 0 0 0,-3-6 0 0 0,0-11 0 0 0,-5-15 0 0 0,-2-15 0 0 0,6-8 0 0 0,2-17 0 0 0,4-16 0 0 0,7-20 0 0 0,10-11 0 0 0,11-4 0 0 0,11 7 0 0 0,10 6 0 0 0,10 13 0 0 0,14 18 0 0 0,17 22 0 0 0,20 12 0 0 0,22 9 0 0 0,16 6 0 0 0,5 8 0 0 0,3 6 0 0 0,-2 7 0 0 0,-9 3 0 0 0,-11 3 0 0 0,-5 5 0 0 0,-10 18 0 0 0,-16 10 0 0 0,-14 15 0 0 0,-13 17 0 0 0,-9 13 0 0 0,-5 6 0 0 0,-12 6 0 0 0,-4-5 0 0 0,-4-13 0 0 0,-6-18 0 0 0,-17-18 0 0 0,-9-16 0 0 0,-9-27 0 0 0,-19-42 0 0 0,-12-50 0 0 0,-4-40 0 0 0,2-39 0 0 0,12-14 0 0 0,16 1 0 0 0,18 17 0 0 0,18 29 0 0 0,13 32 0 0 0,9 21 0 0 0,10 20 0 0 0,13 20 0 0 0,11 21 0 0 0,14 14 0 0 0,15 11 0 0 0,8 6 0 0 0,4 3 0 0 0,-1 6 0 0 0,-4 8 0 0 0,-13 11 0 0 0,-6 13 0 0 0,-8 11 0 0 0,-9 5 0 0 0,-10 6 0 0 0,-3 5 0 0 0,-5-6 0 0 0,-4-5 0 0 0,-3-8 0 0 0,-2 1 0 0 0,-5-10 0 0 0,-10-2 0 0 0,-16-7 0 0 0,-6-10 0 0 0,-6-8 0 0 0,-7-7 0 0 0,-5-3 0 0 0,4-3 0 0 0,1-2 0 0 0,10-4 0 0 0,10-9 0 0 0,12-7 0 0 0,7-7 0 0 0,11-8 0 0 0,29-1 0 0 0,30 6 0 0 0,26 0 0 0 0,19 5 0 0 0,8 7 0 0 0,-2 8 0 0 0,-17 5 0 0 0,-16 4 0 0 0,-20 11 0 0 0,-21 12 0 0 0,-17 20 0 0 0,-11 10 0 0 0,-8 10 0 0 0,-3 7 0 0 0,-2 5 0 0 0,-8-2 0 0 0,-15-9 0 0 0,-11-15 0 0 0,-11-14 0 0 0,-10-14 0 0 0,-12-9 0 0 0,-1-7 0 0 0,-6-3 0 0 0,-10-6 0 0 0,2-14 0 0 0,-1-20 0 0 0,6-19 0 0 0,16-13 0 0 0,16 3 0 0 0,12 5 0 0 0,12 4 0 0 0,18 10 0 0 0,32 13 0 0 0,23 8 0 0 0,17 10 0 0 0,13 8 0 0 0,23 7 0 0 0,18 3 0 0 0,39 2 0 0 0,2 2 0 0 0,-20 0 0 0 0,-32 4 0 0 0,-35 9 0 0 0,-31 10 0 0 0,-21 6 0 0 0,-6 13 0 0 0,-7 12 0 0 0,-3 17 0 0 0,-4 9 0 0 0,-1 10 0 0 0,-9 3 0 0 0,-16-2 0 0 0,-15-14 0 0 0,-23-11 0 0 0,-7-14 0 0 0,-10-11 0 0 0,-3-9 0 0 0,4-11 0 0 0,8-8 0 0 0,11-8 0 0 0,8-4 0 0 0,8-8 0 0 0,8-6 0 0 0,6-6 0 0 0,8-12 0 0 0,3-22 0 0 0,6-19 0 0 0,8-18 0 0 0,14-3 0 0 0,17 7 0 0 0,30 12 0 0 0,30 11 0 0 0,20 8 0 0 0,14 8 0 0 0,3 8 0 0 0,-12 6 0 0 0,-41 12 0 0 0,-40 10 0 0 0,-43 10 0 0 0,-43 13 0 0 0,-41 13 0 0 0,-33 10 0 0 0,-20 7 0 0 0,12-4 0 0 0,21-9 0 0 0,27-10 0 0 0,19-8 0 0 0,19-19 0 0 0,13-20 0 0 0,14-19 0 0 0,11-14 0 0 0,8-18 0 0 0,4-7 0 0 0,4 1 0 0 0,13 11 0 0 0,21 14 0 0 0,12 8 0 0 0,11 13 0 0 0,-1 12 0 0 0,2 11 0 0 0,-4 8 0 0 0,-1 4 0 0 0,4 12 0 0 0,4 16 0 0 0,12 24 0 0 0,10 29 0 0 0,7 25 0 0 0,4 16 0 0 0,-6-4 0 0 0,-18-18 0 0 0,-21-21 0 0 0,-28-24 0 0 0,-38-21 0 0 0,-38-16 0 0 0,-30-10 0 0 0,-21-15 0 0 0,-15-18 0 0 0,6-9 0 0 0,13-6 0 0 0,19-1 0 0 0,24 4 0 0 0,18 7 0 0 0,15 6 0 0 0,11 3 0 0 0,9 2 0 0 0,4-1 0 0 0,3 0 0 0 0,0 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6:46:22.90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36127 19662 16383 0 0,'0'17'0'0'0,"0"21"0"0"0,0 30 0 0 0,4 3 0 0 0,2-3 0 0 0,3-7 0 0 0,5-16 0 0 0,8-14 0 0 0,4-14 0 0 0,-14-8 0 0 0,-34-7 0 0 0,-22-3 0 0 0,-20-2 0 0 0,-28 0 0 0 0,-18 5 0 0 0,-17 5 0 0 0,-10 7 0 0 0,0 4 0 0 0,21 4 0 0 0,29 2 0 0 0,46-16 0 0 0,55-21 0 0 0,50-33 0 0 0,39-22 0 0 0,14-7 0 0 0,4 1 0 0 0,-15 9 0 0 0,-16 11 0 0 0,-20 11 0 0 0,-22 16 0 0 0,-32 26 0 0 0,-26 17 0 0 0,-28 18 0 0 0,-20 12 0 0 0,-17 10 0 0 0,-4 0 0 0 0,7-6 0 0 0,12-6 0 0 0,13-12 0 0 0,21-11 0 0 0,20-25 0 0 0,28-33 0 0 0,21-18 0 0 0,18-25 0 0 0,13-20 0 0 0,12-9 0 0 0,-2 6 0 0 0,-9 20 0 0 0,-15 21 0 0 0,-21 28 0 0 0,-34 41 0 0 0,-50 48 0 0 0,-43 53 0 0 0,-40 32 0 0 0,-6 4 0 0 0,8-9 0 0 0,20-15 0 0 0,25-25 0 0 0,25-23 0 0 0,24-33 0 0 0,32-43 0 0 0,21-26 0 0 0,19-24 0 0 0,20-15 0 0 0,7-4 0 0 0,1 10 0 0 0,-15 16 0 0 0,-42 20 0 0 0,-59 31 0 0 0,-64 32 0 0 0,-53 26 0 0 0,-29 15 0 0 0,12 2 0 0 0,27-7 0 0 0,37-9 0 0 0,34-14 0 0 0,27-7 0 0 0,27-12 0 0 0,24-10 0 0 0,24 0 0 0 0,26 4 0 0 0,22-1 0 0 0,13-5 0 0 0,8-6 0 0 0,-1-4 0 0 0,-12-4 0 0 0,-14-3 0 0 0,-17 12 0 0 0,-24 10 0 0 0,-28 16 0 0 0,-21 8 0 0 0,-9 0 0 0 0,-2-3 0 0 0,1-5 0 0 0,4-6 0 0 0,20-15 0 0 0,22-21 0 0 0,17-12 0 0 0,14-13 0 0 0,8-2 0 0 0,1 5 0 0 0,-16 6 0 0 0,-25 7 0 0 0,-22 5 0 0 0,-16 4 0 0 0,-11 2 0 0 0,-6 2 0 0 0,9 0 0 0 0,25-8 0 0 0,18-3 0 0 0,14 0 0 0 0,4 6 0 0 0,-11 8 0 0 0,-13 12 0 0 0,-20 6 0 0 0,-14 5 0 0 0,-4-3 0 0 0,1-1 0 0 0,11-5 0 0 0,32-5 0 0 0,35-5 0 0 0,21-4 0 0 0,21-2 0 0 0,54-2 0 0 0,59-1 0 0 0,-3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38:54.5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14023 12938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38:54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23548 19341 16383 0 0,'4'0'0'0'0,"25"0"0"0"0,29 5 0 0 0,19 5 0 0 0,58 6 0 0 0,66 9 0 0 0,52 10 0 0 0,28 3 0 0 0,3-5 0 0 0,-25-8 0 0 0,-48-9 0 0 0,-54-6 0 0 0,-60-5 0 0 0,-67-4 0 0 0,-81-1 0 0 0,-75-2 0 0 0,-62 0 0 0 0,-49 1 0 0 0,-37 0 0 0 0,-22 0 0 0 0,-2-4 0 0 0,15-6 0 0 0,46 0 0 0 0,50 0 0 0 0,57-1 0 0 0,54 1 0 0 0,73 2 0 0 0,81 8 0 0 0,90 7 0 0 0,85 13 0 0 0,57 7 0 0 0,25 9 0 0 0,-3-3 0 0 0,-49-5 0 0 0,-69-9 0 0 0,-79-6 0 0 0,-86-6 0 0 0,-113-4 0 0 0,-114-6 0 0 0,-112-12 0 0 0,-96-8 0 0 0,-73-13 0 0 0,-40-14 0 0 0,8-2 0 0 0,41 2 0 0 0,102 11 0 0 0,142 12 0 0 0,164 10 0 0 0,157 9 0 0 0,130 6 0 0 0,83 3 0 0 0,39 2 0 0 0,-2 0 0 0 0,-36 0 0 0 0,-70 0 0 0 0,-92-1 0 0 0,-88 0 0 0 0,-76-1 0 0 0,-96 0 0 0 0,-87 0 0 0 0,-66-4 0 0 0,-42-7 0 0 0,-20-9 0 0 0,5-7 0 0 0,24-3 0 0 0,31-1 0 0 0,36 1 0 0 0,45 5 0 0 0,42 6 0 0 0,41 3 0 0 0,41 4 0 0 0,49-1 0 0 0,43 2 0 0 0,52 3 0 0 0,59 3 0 0 0,61 2 0 0 0,56 1 0 0 0,39 6 0 0 0,15 7 0 0 0,-8 6 0 0 0,-50 4 0 0 0,-66 4 0 0 0,-70 1 0 0 0,-57 6 0 0 0,-65 6 0 0 0,-57 2 0 0 0,-45-3 0 0 0,-20-2 0 0 0,-15-7 0 0 0,-13-4 0 0 0,-47-2 0 0 0,-47-4 0 0 0,-25-5 0 0 0,-9-6 0 0 0,13-3 0 0 0,26-2 0 0 0,47-2 0 0 0,49-1 0 0 0,60 0 0 0 0,54 0 0 0 0,67 0 0 0 0,68 1 0 0 0,64-1 0 0 0,49 1 0 0 0,31 0 0 0 0,10 0 0 0 0,3 0 0 0 0,-14 5 0 0 0,-47 1 0 0 0,-51 4 0 0 0,-73 1 0 0 0,-61-2 0 0 0,-53-3 0 0 0,-55-1 0 0 0,-69-3 0 0 0,-63-1 0 0 0,-51-1 0 0 0,-25 0 0 0 0,-2 0 0 0 0,17-1 0 0 0,46 1 0 0 0,50 0 0 0 0,70-5 0 0 0,69-1 0 0 0,50 0 0 0 0,58 1 0 0 0,71 2 0 0 0,64 1 0 0 0,51 1 0 0 0,30 1 0 0 0,7 4 0 0 0,-11 7 0 0 0,-28 10 0 0 0,-52 1 0 0 0,-58-2 0 0 0,-62-6 0 0 0,-64-4 0 0 0,-77-4 0 0 0,-82-13 0 0 0,-81-8 0 0 0,-71-12 0 0 0,-45-10 0 0 0,-15 2 0 0 0,16 6 0 0 0,37 8 0 0 0,61 8 0 0 0,64 6 0 0 0,72 4 0 0 0,66 3 0 0 0,82 1 0 0 0,84 1 0 0 0,73 0 0 0 0,73-1 0 0 0,92 13 0 0 0,88 18 0 0 0,68 17 0 0 0,35 5 0 0 0,-11 1 0 0 0,-45-7 0 0 0,-72-13 0 0 0,-106-12 0 0 0,-104-10 0 0 0,-108-7 0 0 0,-119-5 0 0 0,-135-2 0 0 0,-166-2 0 0 0,-166 1 0 0 0,-124 0 0 0 0,-84 0 0 0 0,-24 1 0 0 0,39 1 0 0 0,87 0 0 0 0,133-1 0 0 0,146 1 0 0 0,142 1 0 0 0,151-1 0 0 0,125 0 0 0 0,106 0 0 0 0,77-5 0 0 0,67-1 0 0 0,71 1 0 0 0,71 0 0 0 0,49 2 0 0 0,35 1 0 0 0,8 1 0 0 0,-38 0 0 0 0,-60 1 0 0 0,-80 0 0 0 0,-104 1 0 0 0,-103-1 0 0 0,-84 0 0 0 0,-78 0 0 0 0,-63 0 0 0 0,-49 0 0 0 0,-68 1 0 0 0,-105-1 0 0 0,-102 0 0 0 0,-82-1 0 0 0,-42 1 0 0 0,-8 0 0 0 0,26 0 0 0 0,45 0 0 0 0,86 0 0 0 0,107 0 0 0 0,114 0 0 0 0,117 0 0 0 0,124 0 0 0 0,147 0 0 0 0,158 0 0 0 0,157 0 0 0 0,157 0 0 0 0,132 0 0 0 0,90 0 0 0 0,25 0 0 0 0,-64 0 0 0 0,-140 0 0 0 0,-224-9 0 0 0,-239-7 0 0 0,-244-10 0 0 0,-245-15 0 0 0,-261-22 0 0 0,-254-23 0 0 0,-231-24 0 0 0,-224-20 0 0 0,-177-24 0 0 0,-72-13 0 0 0,22 17 0 0 0,102 26 0 0 0,170 34 0 0 0,255 31 0 0 0,269 27 0 0 0,233 18 0 0 0,205 12 0 0 0,163 6 0 0 0,146 2 0 0 0,145 1 0 0 0,160-2 0 0 0,149-1 0 0 0,132-1 0 0 0,114-2 0 0 0,73 5 0 0 0,21 13 0 0 0,-61 14 0 0 0,-111 9 0 0 0,-148 3 0 0 0,-187-7 0 0 0,-174-5 0 0 0,-146-4 0 0 0,-128 3 0 0 0,-85-5 0 0 0,-83-7 0 0 0,-80-2 0 0 0,-74 0 0 0 0,-73-2 0 0 0,-77-5 0 0 0,-75-4 0 0 0,-80-3 0 0 0,-77-2 0 0 0,-67-20 0 0 0,-29-19 0 0 0,32-14 0 0 0,97-2 0 0 0,158 8 0 0 0,175 12 0 0 0,204 11 0 0 0,187 10 0 0 0,162 6 0 0 0,146 5 0 0 0,126 2 0 0 0,105 1 0 0 0,92 0 0 0 0,60 18 0 0 0,11 24 0 0 0,-60 17 0 0 0,-107 8 0 0 0,-158-9 0 0 0,-162-9 0 0 0,-143-9 0 0 0,-121-11 0 0 0,-138-12 0 0 0,-126-9 0 0 0,-136-5 0 0 0,-159-5 0 0 0,-178-1 0 0 0,-167-1 0 0 0,-128-10 0 0 0,-56-10 0 0 0,8-17 0 0 0,74-5 0 0 0,141-4 0 0 0,161 6 0 0 0,165 10 0 0 0,155 10 0 0 0,147 10 0 0 0,117 6 0 0 0,92 4 0 0 0,77-2 0 0 0,61 0 0 0 0,42 1 0 0 0,32 0 0 0 0,27 1 0 0 0,32 1 0 0 0,24 0 0 0 0,14 1 0 0 0,18 0 0 0 0,7 0 0 0 0,-5 1 0 0 0,-17-1 0 0 0,-37 0 0 0 0,-64 0 0 0 0,-87 0 0 0 0,-83 0 0 0 0,-71 0 0 0 0,-63 0 0 0 0,-96 0 0 0 0,-85 0 0 0 0,-54 0 0 0 0,-30-4 0 0 0,-9-7 0 0 0,17-1 0 0 0,54 2 0 0 0,64-2 0 0 0,56-4 0 0 0,55-3 0 0 0,42-4 0 0 0,34 3 0 0 0,20 0 0 0 0,0 4 0 0 0,-27-1 0 0 0,-33-5 0 0 0,-33-5 0 0 0,-20 3 0 0 0,-10 6 0 0 0,8 1 0 0 0,17-1 0 0 0,24-2 0 0 0,25-7 0 0 0,34-2 0 0 0,31 2 0 0 0,35 3 0 0 0,22 4 0 0 0,16 2 0 0 0,1 3 0 0 0,-2 5 0 0 0,-12 4 0 0 0,-29 3 0 0 0,-41 2 0 0 0,-35 1 0 0 0,-28 0 0 0 0,-13 1 0 0 0,-9 0 0 0 0,3 0 0 0 0,20-1 0 0 0,30 0 0 0 0,43 0 0 0 0,40 0 0 0 0,23 0 0 0 0,15 0 0 0 0,13 0 0 0 0,15 0 0 0 0,4 0 0 0 0,-3 0 0 0 0,-13 0 0 0 0,-23 0 0 0 0,-17 0 0 0 0,-27 0 0 0 0,-25-4 0 0 0,-21-7 0 0 0,2 0 0 0 0,19 0 0 0 0,18 3 0 0 0,12 3 0 0 0,15 2 0 0 0,4 2 0 0 0,-4 0 0 0 0,-6 1 0 0 0,-5 1 0 0 0,-6-1 0 0 0,1 1 0 0 0,0-1 0 0 0,1 0 0 0 0,5 5 0 0 0,10 1 0 0 0,12 0 0 0 0,10-2 0 0 0,4 0 0 0 0,-6-2 0 0 0,-4-1 0 0 0,-12-1 0 0 0,-9 0 0 0 0,-11 0 0 0 0,-5 0 0 0 0,3-1 0 0 0,6 1 0 0 0,8 0 0 0 0,5 0 0 0 0,15 0 0 0 0,14 0 0 0 0,14 0 0 0 0,2 0 0 0 0,-7 0 0 0 0,-2 0 0 0 0,13 0 0 0 0,16 0 0 0 0,23 0 0 0 0,16 0 0 0 0,-13 0 0 0 0,-25 0 0 0 0,-25 0 0 0 0,-28 0 0 0 0,-23 0 0 0 0,-13 0 0 0 0,-4 0 0 0 0,3 0 0 0 0,21 0 0 0 0,40 0 0 0 0,52 0 0 0 0,48 0 0 0 0,43 0 0 0 0,38 0 0 0 0,14 0 0 0 0,7 0 0 0 0,-14 0 0 0 0,-25 0 0 0 0,-36 0 0 0 0,-49 0 0 0 0,-41-5 0 0 0,-37-1 0 0 0,-32 1 0 0 0,-23 0 0 0 0,-21-3 0 0 0,-29 0 0 0 0,-19 2 0 0 0,-25 0 0 0 0,-14 3 0 0 0,-14 1 0 0 0,-15 6 0 0 0,-5 6 0 0 0,-5 2 0 0 0,-5-1 0 0 0,6-3 0 0 0,15-2 0 0 0,25-3 0 0 0,45-1 0 0 0,33-2 0 0 0,30 0 0 0 0,38 0 0 0 0,35-1 0 0 0,28 1 0 0 0,14-1 0 0 0,6 1 0 0 0,-5 0 0 0 0,-12 0 0 0 0,-24 0 0 0 0,-22 0 0 0 0,-24 4 0 0 0,-33 7 0 0 0,-42 1 0 0 0,-46-2 0 0 0,-45 11 0 0 0,-35 11 0 0 0,-12 1 0 0 0,-17-7 0 0 0,-23-2 0 0 0,-34-1 0 0 0,-37 5 0 0 0,-36-3 0 0 0,-26-5 0 0 0,-16-7 0 0 0,-8-4 0 0 0,1-1 0 0 0,23 4 0 0 0,55 0 0 0 0,63-3 0 0 0,59-2 0 0 0,54-3 0 0 0,56-2 0 0 0,40-1 0 0 0,24-1 0 0 0,17 0 0 0 0,9-1 0 0 0,24 1 0 0 0,26-1 0 0 0,22 1 0 0 0,13 0 0 0 0,15 0 0 0 0,4 0 0 0 0,-7 0 0 0 0,-23 0 0 0 0,-25 0 0 0 0,-20 0 0 0 0,-11 0 0 0 0,-7 0 0 0 0,-6 0 0 0 0,-4 0 0 0 0,-10 0 0 0 0,-8 0 0 0 0,3 0 0 0 0,5 0 0 0 0,8 0 0 0 0,18 0 0 0 0,25 0 0 0 0,23 0 0 0 0,14 0 0 0 0,17 0 0 0 0,-8 0 0 0 0,-28 4 0 0 0,-37 7 0 0 0,-49 14 0 0 0,-61 17 0 0 0,-42 5 0 0 0,-35 9 0 0 0,-34 8 0 0 0,-29 6 0 0 0,-10 6 0 0 0,11-7 0 0 0,23-9 0 0 0,46-16 0 0 0,68-15 0 0 0,85-17 0 0 0,75-15 0 0 0,62-17 0 0 0,40-8 0 0 0,13-4 0 0 0,-16 2 0 0 0,-27 3 0 0 0,-52 1 0 0 0,-58 6 0 0 0,-63 5 0 0 0,-47 5 0 0 0,-47 5 0 0 0,-38 4 0 0 0,-36 0 0 0 0,-57 2 0 0 0,-42 0 0 0 0,6 1 0 0 0,35-1 0 0 0,49-5 0 0 0,49-15 0 0 0,62-18 0 0 0,56-16 0 0 0,48-4 0 0 0,20 4 0 0 0,8 10 0 0 0,4 9 0 0 0,8 5 0 0 0,2 7 0 0 0,-5 8 0 0 0,-3 7 0 0 0,-1 3 0 0 0,-11 3 0 0 0,-38 2 0 0 0,-39 1 0 0 0,-44-1 0 0 0,-50 0 0 0 0,-47 0 0 0 0,-49 0 0 0 0,-47-1 0 0 0,-24 1 0 0 0,17-1 0 0 0,41 0 0 0 0,49-10 0 0 0,46-20 0 0 0,45-18 0 0 0,46-11 0 0 0,48 0 0 0 0,39 6 0 0 0,27 8 0 0 0,-1 11 0 0 0,1 11 0 0 0,10 10 0 0 0,9 7 0 0 0,-3 9 0 0 0,-26 8 0 0 0,-28 12 0 0 0,-30 15 0 0 0,-24 6 0 0 0,-20 18 0 0 0,-11 11 0 0 0,-7 8 0 0 0,-8-2 0 0 0,-6 0 0 0 0,-10-1 0 0 0,-5-8 0 0 0,-10-12 0 0 0,-22-3 0 0 0,-17-10 0 0 0,-4-13 0 0 0,-6-12 0 0 0,-6-9 0 0 0,-9-7 0 0 0,14-8 0 0 0,22-17 0 0 0,31-14 0 0 0,32-1 0 0 0,30-4 0 0 0,39 6 0 0 0,16 8 0 0 0,14 8 0 0 0,22 8 0 0 0,9 5 0 0 0,-6 4 0 0 0,-25 6 0 0 0,-27 7 0 0 0,-25 6 0 0 0,-33 4 0 0 0,-36 4 0 0 0,-40 1 0 0 0,-31-4 0 0 0,-8-1 0 0 0,-4-5 0 0 0,-9-5 0 0 0,-7-4 0 0 0,-14-4 0 0 0,-19-3 0 0 0,-13 4 0 0 0,18 0 0 0 0,31 0 0 0 0,45 3 0 0 0,50 1 0 0 0,57 2 0 0 0,68 5 0 0 0,63-1 0 0 0,50 2 0 0 0,25 2 0 0 0,4 3 0 0 0,-29-3 0 0 0,-51 0 0 0 0,-46-3 0 0 0,-53-4 0 0 0,-53-5 0 0 0,-38-2 0 0 0,-30-4 0 0 0,-33 0 0 0 0,-31-2 0 0 0,-48 0 0 0 0,-44 0 0 0 0,-30 1 0 0 0,-18-1 0 0 0,1 5 0 0 0,36 2 0 0 0,52 0 0 0 0,75-2 0 0 0,72 0 0 0 0,82-2 0 0 0,95-1 0 0 0,86-1 0 0 0,70 0 0 0 0,38 0 0 0 0,6 0 0 0 0,-25 0 0 0 0,-71-1 0 0 0,-96 1 0 0 0,-129 0 0 0 0,-150 0 0 0 0,-202 0 0 0 0,-239 0 0 0 0,-280 0 0 0 0,-252 0 0 0 0,-184 0 0 0 0,-79 0 0 0 0,19 0 0 0 0,117 0 0 0 0,199 0 0 0 0,264 0 0 0 0,267 0 0 0 0,234 0 0 0 0,194 0 0 0 0,180 0 0 0 0,169 0 0 0 0,140 5 0 0 0,125 14 0 0 0,107 27 0 0 0,88 28 0 0 0,56 15 0 0 0,9 6 0 0 0,-43 0 0 0 0,-83-7 0 0 0,-95-5 0 0 0,-94-12 0 0 0,-90-18 0 0 0,-77-18 0 0 0,-85-15 0 0 0,-80-11 0 0 0,-70-7 0 0 0,-79-8 0 0 0,-91-8 0 0 0,-85-10 0 0 0,-74-6 0 0 0,-59-7 0 0 0,-38-10 0 0 0,-15-7 0 0 0,-3 2 0 0 0,9 5 0 0 0,28 6 0 0 0,58 10 0 0 0,68 6 0 0 0,85 3 0 0 0,82 4 0 0 0,87 2 0 0 0,85-2 0 0 0,85 3 0 0 0,66 4 0 0 0,36 3 0 0 0,6 4 0 0 0,-47 2 0 0 0,-77 1 0 0 0,-90 2 0 0 0,-98-1 0 0 0,-103 1 0 0 0,-94 0 0 0 0,-76-1 0 0 0,-56 1 0 0 0,-31-1 0 0 0,-4 0 0 0 0,18 0 0 0 0,55 0 0 0 0,66 0 0 0 0,76 0 0 0 0,76 0 0 0 0,86 0 0 0 0,89 0 0 0 0,95 0 0 0 0,93 0 0 0 0,92 0 0 0 0,75 0 0 0 0,40 0 0 0 0,-2 0 0 0 0,-37 0 0 0 0,-60 0 0 0 0,-67 0 0 0 0,-64 0 0 0 0,-73 0 0 0 0,-84 0 0 0 0,-87 0 0 0 0,-81 0 0 0 0,-44 0 0 0 0,-33 0 0 0 0,-20 0 0 0 0,-21 0 0 0 0,-26 0 0 0 0,-15 0 0 0 0,15-9 0 0 0,37-8 0 0 0,59 0 0 0 0,52 2 0 0 0,52 4 0 0 0,49 4 0 0 0,73 2 0 0 0,71 8 0 0 0,60 7 0 0 0,41 11 0 0 0,42 20 0 0 0,22 16 0 0 0,14 17 0 0 0,-9 9 0 0 0,-20 4 0 0 0,-28 1 0 0 0,-42-6 0 0 0,-62-16 0 0 0,-86-20 0 0 0,-100-18 0 0 0,-104-22 0 0 0,-84-26 0 0 0,-64-14 0 0 0,-39-11 0 0 0,-14-1 0 0 0,8 7 0 0 0,68 9 0 0 0,100 11 0 0 0,108 8 0 0 0,94 11 0 0 0,65 14 0 0 0,32 9 0 0 0,6 5 0 0 0,-33-2 0 0 0,-58-5 0 0 0,-70-7 0 0 0,-74-5 0 0 0,-77 0 0 0 0,-60 3 0 0 0,-46 4 0 0 0,-27 4 0 0 0,-17 7 0 0 0,4 0 0 0 0,14-1 0 0 0,34-5 0 0 0,40 3 0 0 0,56 3 0 0 0,75 0 0 0 0,97 5 0 0 0,97 1 0 0 0,94 5 0 0 0,58 4 0 0 0,30 5 0 0 0,-2-2 0 0 0,-23 0 0 0 0,-41-2 0 0 0,-59-4 0 0 0,-84-10 0 0 0,-87-8 0 0 0,-126-9 0 0 0,-114-6 0 0 0,-80-4 0 0 0,-57-2 0 0 0,-31-2 0 0 0,-6 0 0 0 0,14 1 0 0 0,27-1 0 0 0,44 2 0 0 0,55-1 0 0 0,72 1 0 0 0,86 0 0 0 0,100 0 0 0 0,99 0 0 0 0,82 0 0 0 0,60 0 0 0 0,33 0 0 0 0,15 0 0 0 0,-5 0 0 0 0,-21 0 0 0 0,-22 0 0 0 0,-31 0 0 0 0,-43 0 0 0 0,-53 0 0 0 0,-60 0 0 0 0,-80 0 0 0 0,-95-9 0 0 0,-89-7 0 0 0,-72-6 0 0 0,-39-4 0 0 0,-13-1 0 0 0,31-1 0 0 0,59 0 0 0 0,74-1 0 0 0,93 6 0 0 0,92 7 0 0 0,82 5 0 0 0,71 5 0 0 0,41 4 0 0 0,18 1 0 0 0,-4 2 0 0 0,-26 0 0 0 0,-51 0 0 0 0,-56 0 0 0 0,-65-4 0 0 0,-64-3 0 0 0,-71 1 0 0 0,-75 0 0 0 0,-74 2 0 0 0,-70 1 0 0 0,-55-13 0 0 0,-35-8 0 0 0,-31-9 0 0 0,-16-4 0 0 0,16-4 0 0 0,41 4 0 0 0,66 8 0 0 0,101 5 0 0 0,100 6 0 0 0,106 6 0 0 0,103 5 0 0 0,99 3 0 0 0,61 2 0 0 0,38 2 0 0 0,31 0 0 0 0,19 0 0 0 0,11 0 0 0 0,-7 0 0 0 0,-20 0 0 0 0,-27-1 0 0 0,-40 0 0 0 0,-43 0 0 0 0,-76 0 0 0 0,-79 0 0 0 0,-83 0 0 0 0,-86 0 0 0 0,-70 0 0 0 0,-51 0 0 0 0,-34 0 0 0 0,-6 0 0 0 0,13 0 0 0 0,39 0 0 0 0,49-5 0 0 0,52-10 0 0 0,69-7 0 0 0,46-4 0 0 0,37 1 0 0 0,39 7 0 0 0,34 5 0 0 0,48 5 0 0 0,28 4 0 0 0,1 2 0 0 0,-18 3 0 0 0,-33 0 0 0 0,-44 9 0 0 0,-47 3 0 0 0,-53 8 0 0 0,-52 1 0 0 0,-34-4 0 0 0,-55-5 0 0 0,-60-4 0 0 0,-54-4 0 0 0,-26-3 0 0 0,-1-1 0 0 0,41 3 0 0 0,63 1 0 0 0,67-1 0 0 0,67 0 0 0 0,70 3 0 0 0,95 6 0 0 0,82 4 0 0 0,58 4 0 0 0,31 7 0 0 0,2 4 0 0 0,-5 5 0 0 0,-34 1 0 0 0,-53-6 0 0 0,-65-4 0 0 0,-68-2 0 0 0,-61-1 0 0 0,-58 4 0 0 0,-42 1 0 0 0,-17-3 0 0 0,-7-8 0 0 0,-4-5 0 0 0,-8-7 0 0 0,-3-4 0 0 0,9-2 0 0 0,18-1 0 0 0,27-2 0 0 0,33 1 0 0 0,26-9 0 0 0,12-7 0 0 0,-13-6 0 0 0,-29 2 0 0 0,-19-1 0 0 0,-19 0 0 0 0,-29-6 0 0 0,-30-3 0 0 0,-25 0 0 0 0,-17 0 0 0 0,-4 1 0 0 0,20 6 0 0 0,49 7 0 0 0,60 6 0 0 0,55 5 0 0 0,44 4 0 0 0,31 2 0 0 0,10 1 0 0 0,1 0 0 0 0,-15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28775 18811 16383 0 0,'-4'9'0'0'0,"-7"2"0"0"0,-13 0 0 0 0,-12-2 0 0 0,-21-3 0 0 0,-27-2 0 0 0,-13-2 0 0 0,-10-1 0 0 0,-19-9 0 0 0,4-9 0 0 0,15-4 0 0 0,20 0 0 0 0,25-4 0 0 0,41-7 0 0 0,37 2 0 0 0,54 2 0 0 0,55-3 0 0 0,49-1 0 0 0,30-3 0 0 0,11 4 0 0 0,-10 3 0 0 0,-44 6 0 0 0,-63 7 0 0 0,-73 6 0 0 0,-80 5 0 0 0,-84 2 0 0 0,-69 3 0 0 0,-47 0 0 0 0,-24 0 0 0 0,5 0 0 0 0,24 0 0 0 0,36-4 0 0 0,51-7 0 0 0,74-1 0 0 0,66 1 0 0 0,76 2 0 0 0,71 3 0 0 0,68 2 0 0 0,48 2 0 0 0,19 0 0 0 0,-32 1 0 0 0,-48 1 0 0 0,-69-1 0 0 0,-66 1 0 0 0,-71-1 0 0 0,-82 0 0 0 0,-88 0 0 0 0,-80 1 0 0 0,-54-1 0 0 0,-31 0 0 0 0,8 0 0 0 0,54-1 0 0 0,96 1 0 0 0,108 0 0 0 0,115 0 0 0 0,118 0 0 0 0,106 0 0 0 0,72 0 0 0 0,43 0 0 0 0,17 0 0 0 0,2 0 0 0 0,-12 0 0 0 0,-16 0 0 0 0,-20 5 0 0 0,-30 1 0 0 0,-36 3 0 0 0,-55 6 0 0 0,-62 4 0 0 0,-64 7 0 0 0,-60 0 0 0 0,-59-5 0 0 0,-71-6 0 0 0,-61-1 0 0 0,-40 1 0 0 0,-16 2 0 0 0,23 4 0 0 0,53-3 0 0 0,79-4 0 0 0,103-5 0 0 0,103-3 0 0 0,88-3 0 0 0,62-3 0 0 0,40 0 0 0 0,16 8 0 0 0,2 7 0 0 0,-6 10 0 0 0,-12 4 0 0 0,-27 7 0 0 0,-21 1 0 0 0,-54-5 0 0 0,-60-5 0 0 0,-71-2 0 0 0,-73 0 0 0 0,-79 3 0 0 0,-64 2 0 0 0,-46 0 0 0 0,-29-6 0 0 0,-2-6 0 0 0,28-6 0 0 0,57-6 0 0 0,64-3 0 0 0,90-11 0 0 0,94-13 0 0 0,89-20 0 0 0,86-17 0 0 0,59-6 0 0 0,23 3 0 0 0,3 8 0 0 0,-14 8 0 0 0,-28 7 0 0 0,-53 11 0 0 0,-71 9 0 0 0,-88 9 0 0 0,-107 13 0 0 0,-128 25 0 0 0,-126 23 0 0 0,-115 17 0 0 0,-63 1 0 0 0,-14-8 0 0 0,50-14 0 0 0,104-15 0 0 0,127-13 0 0 0,146-27 0 0 0,154-35 0 0 0,165-36 0 0 0,144-39 0 0 0,107-26 0 0 0,33-1 0 0 0,3 10 0 0 0,-21 24 0 0 0,-35 26 0 0 0,-57 28 0 0 0,-74 23 0 0 0,-103 21 0 0 0,-95 31 0 0 0,-77 33 0 0 0,-62 34 0 0 0,-47 15 0 0 0,-31 9 0 0 0,-19 15 0 0 0,-9 12 0 0 0,-7 9 0 0 0,-13 2 0 0 0,-15-7 0 0 0,-25-11 0 0 0,-27-22 0 0 0,-62-22 0 0 0,-77-33 0 0 0,-111-53 0 0 0,-118-68 0 0 0,-101-76 0 0 0,-54-52 0 0 0,14-19 0 0 0,75 10 0 0 0,133 40 0 0 0,151 48 0 0 0,144 44 0 0 0,102 49 0 0 0,28 9 0 0 0,98 4 0 0 0,63 29 0 0 0,0 16 0 0 0,-24 11 0 0 0,-38 1 0 0 0,-42 3 0 0 0,-34 5 0 0 0,-26 11 0 0 0,-16 8 0 0 0,-10 4 0 0 0,-5-7 0 0 0,0-10 0 0 0,1-12 0 0 0,-3-14 0 0 0,-4-8 0 0 0,1-8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28294 18910 16383 0 0,'13'0'0'0'0,"30"4"0"0"0,48 10 0 0 0,46 12 0 0 0,44 10 0 0 0,34 3 0 0 0,24 3 0 0 0,11 0 0 0 0,-8-8 0 0 0,-14-10 0 0 0,-15-9 0 0 0,-23-11 0 0 0,-34-6 0 0 0,-31-7 0 0 0,-68-3 0 0 0,-94 2 0 0 0,-99 10 0 0 0,-98 19 0 0 0,-85 10 0 0 0,-73 5 0 0 0,-67-4 0 0 0,-50-7 0 0 0,-21-7 0 0 0,15-6 0 0 0,47-5 0 0 0,64-4 0 0 0,105-10 0 0 0,125-12 0 0 0,139 4 0 0 0,36-3 0 0 0,123-36 0 0 0,166-13 0 0 0,156-3 0 0 0,136 6 0 0 0,86 14 0 0 0,38 17 0 0 0,-10 13 0 0 0,-50 11 0 0 0,-69 12 0 0 0,-64 22 0 0 0,-62 21 0 0 0,-65 16 0 0 0,-59 11 0 0 0,-77-3 0 0 0,-84 0 0 0 0,-84-11 0 0 0,-95-2 0 0 0,-110-2 0 0 0,-121 3 0 0 0,-132 13 0 0 0,-114 0 0 0 0,-105-3 0 0 0,-67-13 0 0 0,-31-16 0 0 0,0-14 0 0 0,21-10 0 0 0,57-13 0 0 0,79-27 0 0 0,98-23 0 0 0,109-11 0 0 0,111-4 0 0 0,92 5 0 0 0,68 4 0 0 0,57 7 0 0 0,41 12 0 0 0,49 12 0 0 0,104 10 0 0 0,163 8 0 0 0,186 6 0 0 0,186 2 0 0 0,161 1 0 0 0,103 0 0 0 0,38 0 0 0 0,-38 0 0 0 0,-93-1 0 0 0,-143 0 0 0 0,-191-1 0 0 0,-209 0 0 0 0,-213 0 0 0 0,-208 4 0 0 0,-215 2 0 0 0,-199-1 0 0 0,-169 0 0 0 0,-140-2 0 0 0,-100-1 0 0 0,-64-1 0 0 0,-13-1 0 0 0,49 0 0 0 0,119 0 0 0 0,148 0 0 0 0,154-5 0 0 0,156-5 0 0 0,132-1 0 0 0,101-4 0 0 0,73 2 0 0 0,64-6 0 0 0,39 0 0 0 0,86 3 0 0 0,168 5 0 0 0,225 12 0 0 0,222 33 0 0 0,184 36 0 0 0,111 28 0 0 0,45 23 0 0 0,-42 4 0 0 0,-138-10 0 0 0,-178-16 0 0 0,-249-25 0 0 0,-270-26 0 0 0,-217-31 0 0 0,-70-6 0 0 0,-269 2 0 0 0,-252-10 0 0 0,-180-5 0 0 0,-93-3 0 0 0,-18 1 0 0 0,37-1 0 0 0,99-2 0 0 0,121-6 0 0 0,122-8 0 0 0,111-5 0 0 0,117-3 0 0 0,88-1 0 0 0,69 6 0 0 0,52 1 0 0 0,38-8 0 0 0,35-2 0 0 0,21-1 0 0 0,29-3 0 0 0,59-4 0 0 0,80-8 0 0 0,99 0 0 0 0,118 0 0 0 0,116 8 0 0 0,109 11 0 0 0,81 10 0 0 0,45 10 0 0 0,12 9 0 0 0,-42 11 0 0 0,-93 15 0 0 0,-119 9 0 0 0,-147-2 0 0 0,-140-2 0 0 0,-125-2 0 0 0,-107-1 0 0 0,-100-1 0 0 0,-110 0 0 0 0,-144 3 0 0 0,-167-2 0 0 0,-163-7 0 0 0,-155-5 0 0 0,-129-7 0 0 0,-77-4 0 0 0,-7-3 0 0 0,76-1 0 0 0,149-1 0 0 0,203 0 0 0 0,200 0 0 0 0,164 0 0 0 0,123-4 0 0 0,85-19 0 0 0,66-9 0 0 0,67-8 0 0 0,80-5 0 0 0,140 0 0 0 0,214 8 0 0 0,221 11 0 0 0,194 18 0 0 0,134 12 0 0 0,71 4 0 0 0,-7 1 0 0 0,-93 0 0 0 0,-161 2 0 0 0,-185 13 0 0 0,-183 11 0 0 0,-176-1 0 0 0,-144 4 0 0 0,-102-5 0 0 0,-77-8 0 0 0,-79-8 0 0 0,-99-7 0 0 0,-141-5 0 0 0,-204-11 0 0 0,-246-40 0 0 0,-253-64 0 0 0,-201-73 0 0 0,-139-62 0 0 0,-42-29 0 0 0,73 3 0 0 0,195 39 0 0 0,276 58 0 0 0,294 60 0 0 0,246 49 0 0 0,221 36 0 0 0,235 23 0 0 0,264 12 0 0 0,276 11 0 0 0,252 19 0 0 0,229 38 0 0 0,177 42 0 0 0,100 36 0 0 0,1 9 0 0 0,-66 0 0 0 0,-135-15 0 0 0,-205-23 0 0 0,-238-32 0 0 0,-250-28 0 0 0,-225-15 0 0 0,-211-7 0 0 0,-136-17 0 0 0,-43 1 0 0 0,-157 27 0 0 0,-146 7 0 0 0,-121-3 0 0 0,-99-10 0 0 0,-68-13 0 0 0,-44-12 0 0 0,-18-10 0 0 0,-2-27 0 0 0,13-38 0 0 0,50-30 0 0 0,87-15 0 0 0,132 6 0 0 0,138 15 0 0 0,129 12 0 0 0,105 17 0 0 0,81 13 0 0 0,114 8 0 0 0,105 9 0 0 0,101 9 0 0 0,98 5 0 0 0,82 4 0 0 0,41 20 0 0 0,-17 24 0 0 0,-54 18 0 0 0,-84 7 0 0 0,-103 1 0 0 0,-98-2 0 0 0,-81-4 0 0 0,-63-3 0 0 0,-45-9 0 0 0,-28-7 0 0 0,-22-3 0 0 0,-16-8 0 0 0,-32-5 0 0 0,-44-3 0 0 0,-59-1 0 0 0,-82-4 0 0 0,-102-6 0 0 0,-134-5 0 0 0,-153-21 0 0 0,-161-35 0 0 0,-127-47 0 0 0,-70-39 0 0 0,23-18 0 0 0,125 9 0 0 0,204 27 0 0 0,255 35 0 0 0,269 30 0 0 0,272 25 0 0 0,276 16 0 0 0,257 27 0 0 0,195 28 0 0 0,131 37 0 0 0,41 18 0 0 0,-52 12 0 0 0,-153-7 0 0 0,-215-22 0 0 0,-223-21 0 0 0,-201-20 0 0 0,-162-19 0 0 0,-135-25 0 0 0,-108-21 0 0 0,-85-20 0 0 0,-50-6 0 0 0,-19-1 0 0 0,15 10 0 0 0,62 11 0 0 0,74 10 0 0 0,72 9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26.05.2026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6.gif"/><Relationship Id="rId7" Type="http://schemas.openxmlformats.org/officeDocument/2006/relationships/image" Target="../media/image17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18.png"/><Relationship Id="rId4" Type="http://schemas.openxmlformats.org/officeDocument/2006/relationships/customXml" Target="../ink/ink8.xm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sz="9600" b="1" i="1">
                <a:solidFill>
                  <a:srgbClr val="7030A0"/>
                </a:solidFill>
                <a:latin typeface="The Hand"/>
              </a:rPr>
              <a:t>Der </a:t>
            </a:r>
            <a:r>
              <a:rPr lang="pl-PL" sz="9600" b="1" i="1">
                <a:solidFill>
                  <a:srgbClr val="FFC000"/>
                </a:solidFill>
                <a:latin typeface="The Hand"/>
              </a:rPr>
              <a:t>kleine </a:t>
            </a:r>
            <a:r>
              <a:rPr lang="pl-PL" sz="9600" b="1" i="1">
                <a:solidFill>
                  <a:srgbClr val="7030A0"/>
                </a:solidFill>
                <a:latin typeface="The Hand"/>
              </a:rPr>
              <a:t>Drache</a:t>
            </a:r>
            <a:endParaRPr lang="pl-PL" sz="9600" i="1">
              <a:solidFill>
                <a:srgbClr val="7030A0"/>
              </a:solidFill>
              <a:latin typeface="The Hand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solidFill>
                  <a:srgbClr val="7030A0"/>
                </a:solidFill>
                <a:latin typeface="Baguet Script"/>
              </a:rPr>
              <a:t>Von Kacper Kamionka</a:t>
            </a:r>
            <a:endParaRPr lang="pl-PL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az 3" descr="Night Fury, Legend, Mystic, Fire, Flight PNG">
            <a:extLst>
              <a:ext uri="{FF2B5EF4-FFF2-40B4-BE49-F238E27FC236}">
                <a16:creationId xmlns:a16="http://schemas.microsoft.com/office/drawing/2014/main" id="{96EE1B31-1613-176E-B87E-7E6B24E99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1" b="2855"/>
          <a:stretch>
            <a:fillRect/>
          </a:stretch>
        </p:blipFill>
        <p:spPr>
          <a:xfrm>
            <a:off x="2475244" y="1420166"/>
            <a:ext cx="7048919" cy="371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Obraz 1" descr="Obraz zawierający na wolnym powietrzu, trawa, roślina, Rezerwat przyrody&#10;&#10;Zawartość wygenerowana przez AI może być niepoprawna.">
            <a:extLst>
              <a:ext uri="{FF2B5EF4-FFF2-40B4-BE49-F238E27FC236}">
                <a16:creationId xmlns:a16="http://schemas.microsoft.com/office/drawing/2014/main" id="{149C2F22-1351-B1E5-044B-0E5C415EB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21" b="879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Obraz 4" descr="Night Fury, Flight, Adventure, Fire, Mythical PNG">
            <a:extLst>
              <a:ext uri="{FF2B5EF4-FFF2-40B4-BE49-F238E27FC236}">
                <a16:creationId xmlns:a16="http://schemas.microsoft.com/office/drawing/2014/main" id="{1EF2FB1E-13F5-CCB2-3395-68A68FFC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692" y="669889"/>
            <a:ext cx="5133033" cy="3851869"/>
          </a:xfrm>
          <a:prstGeom prst="rect">
            <a:avLst/>
          </a:prstGeom>
        </p:spPr>
      </p:pic>
      <p:pic>
        <p:nvPicPr>
          <p:cNvPr id="6" name="Obraz 5" descr="Obraz zawierający na wolnym powietrzu, trawa, roślina, Rezerwat przyrody&#10;&#10;Zawartość wygenerowana przez AI może być niepoprawna.">
            <a:extLst>
              <a:ext uri="{FF2B5EF4-FFF2-40B4-BE49-F238E27FC236}">
                <a16:creationId xmlns:a16="http://schemas.microsoft.com/office/drawing/2014/main" id="{852B81E1-7160-4E79-E6D8-7649B8F92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519" b="8818"/>
          <a:stretch>
            <a:fillRect/>
          </a:stretch>
        </p:blipFill>
        <p:spPr>
          <a:xfrm>
            <a:off x="19" y="4515058"/>
            <a:ext cx="12191980" cy="234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1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Obraz 1" descr="A sad Night Fury by KawaiiRaichu">
            <a:extLst>
              <a:ext uri="{FF2B5EF4-FFF2-40B4-BE49-F238E27FC236}">
                <a16:creationId xmlns:a16="http://schemas.microsoft.com/office/drawing/2014/main" id="{9BE1B9CD-ECE8-EB17-6D8F-71BB7FA3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3F050DA5-7FC3-DCAE-4B90-BDE3BB425728}"/>
                  </a:ext>
                </a:extLst>
              </p14:cNvPr>
              <p14:cNvContentPartPr/>
              <p14:nvPr/>
            </p14:nvContentPartPr>
            <p14:xfrm>
              <a:off x="2340840" y="4351414"/>
              <a:ext cx="285498" cy="134926"/>
            </p14:xfrm>
          </p:contentPart>
        </mc:Choice>
        <mc:Fallback xmlns=""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3F050DA5-7FC3-DCAE-4B90-BDE3BB4257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8275" y="4288616"/>
                <a:ext cx="410988" cy="260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E8B4CFE0-3157-EE99-7849-9AA8CABC3D22}"/>
                  </a:ext>
                </a:extLst>
              </p14:cNvPr>
              <p14:cNvContentPartPr/>
              <p14:nvPr/>
            </p14:nvContentPartPr>
            <p14:xfrm>
              <a:off x="2275670" y="4766492"/>
              <a:ext cx="121641" cy="242351"/>
            </p14:xfrm>
          </p:contentPart>
        </mc:Choice>
        <mc:Fallback xmlns=""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E8B4CFE0-3157-EE99-7849-9AA8CABC3D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13235" y="4703927"/>
                <a:ext cx="246870" cy="367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FFA15C8F-C48F-D072-E7C4-25DCED0BE662}"/>
                  </a:ext>
                </a:extLst>
              </p14:cNvPr>
              <p14:cNvContentPartPr/>
              <p14:nvPr/>
            </p14:nvContentPartPr>
            <p14:xfrm>
              <a:off x="2497983" y="5196009"/>
              <a:ext cx="79832" cy="156351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FFA15C8F-C48F-D072-E7C4-25DCED0BE6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35693" y="5133469"/>
                <a:ext cx="204771" cy="281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7C391438-E51F-8576-5019-E0697F75EB90}"/>
                  </a:ext>
                </a:extLst>
              </p14:cNvPr>
              <p14:cNvContentPartPr/>
              <p14:nvPr/>
            </p14:nvContentPartPr>
            <p14:xfrm>
              <a:off x="2102708" y="5594443"/>
              <a:ext cx="200402" cy="261459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7C391438-E51F-8576-5019-E0697F75EB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40217" y="5531865"/>
                <a:ext cx="325743" cy="386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194F1CBE-8311-DF6E-965A-43668AEAFF74}"/>
                  </a:ext>
                </a:extLst>
              </p14:cNvPr>
              <p14:cNvContentPartPr/>
              <p14:nvPr/>
            </p14:nvContentPartPr>
            <p14:xfrm>
              <a:off x="10111406" y="5581313"/>
              <a:ext cx="1583414" cy="1129814"/>
            </p14:xfrm>
          </p:contentPart>
        </mc:Choice>
        <mc:Fallback xmlns=""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194F1CBE-8311-DF6E-965A-43668AEAFF7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48775" y="5518326"/>
                <a:ext cx="1709036" cy="1255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Pismo odręczne 8">
                <a:extLst>
                  <a:ext uri="{FF2B5EF4-FFF2-40B4-BE49-F238E27FC236}">
                    <a16:creationId xmlns:a16="http://schemas.microsoft.com/office/drawing/2014/main" id="{EA38BA0F-7AD5-00AD-25D3-F4143D6227E0}"/>
                  </a:ext>
                </a:extLst>
              </p14:cNvPr>
              <p14:cNvContentPartPr/>
              <p14:nvPr/>
            </p14:nvContentPartPr>
            <p14:xfrm>
              <a:off x="11077622" y="5869929"/>
              <a:ext cx="639935" cy="538092"/>
            </p14:xfrm>
          </p:contentPart>
        </mc:Choice>
        <mc:Fallback xmlns="">
          <p:pic>
            <p:nvPicPr>
              <p:cNvPr id="9" name="Pismo odręczne 8">
                <a:extLst>
                  <a:ext uri="{FF2B5EF4-FFF2-40B4-BE49-F238E27FC236}">
                    <a16:creationId xmlns:a16="http://schemas.microsoft.com/office/drawing/2014/main" id="{EA38BA0F-7AD5-00AD-25D3-F4143D6227E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15031" y="5807343"/>
                <a:ext cx="765476" cy="6636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039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a black dragon with green eyes flying through the sky">
            <a:extLst>
              <a:ext uri="{FF2B5EF4-FFF2-40B4-BE49-F238E27FC236}">
                <a16:creationId xmlns:a16="http://schemas.microsoft.com/office/drawing/2014/main" id="{3C4392BC-6136-EAFA-BC54-2CFA461DC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160000">
            <a:off x="-15209737" y="-14885261"/>
            <a:ext cx="14351764" cy="44106256"/>
          </a:xfrm>
          <a:prstGeom prst="rect">
            <a:avLst/>
          </a:prstGeom>
        </p:spPr>
      </p:pic>
      <p:pic>
        <p:nvPicPr>
          <p:cNvPr id="6" name="Obraz 5" descr="a black dragon with green eyes flying through the sky">
            <a:extLst>
              <a:ext uri="{FF2B5EF4-FFF2-40B4-BE49-F238E27FC236}">
                <a16:creationId xmlns:a16="http://schemas.microsoft.com/office/drawing/2014/main" id="{27A10C2C-E722-F481-7BC2-79C5A98DA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160000">
            <a:off x="3876340" y="-3345189"/>
            <a:ext cx="5281210" cy="1312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0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Obraz 2" descr="Obraz zawierający na wolnym powietrzu, trawa, roślina, Rezerwat przyrody&#10;&#10;Zawartość wygenerowana przez AI może być niepoprawna.">
            <a:extLst>
              <a:ext uri="{FF2B5EF4-FFF2-40B4-BE49-F238E27FC236}">
                <a16:creationId xmlns:a16="http://schemas.microsoft.com/office/drawing/2014/main" id="{C8E751AB-7761-F1A4-799C-5C2B73112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21" b="879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Obraz 4" descr="Obraz zawierający Ludzka twarz, zabawka, ubrania, osoba&#10;&#10;Zawartość wygenerowana przez AI może być niepoprawna.">
            <a:extLst>
              <a:ext uri="{FF2B5EF4-FFF2-40B4-BE49-F238E27FC236}">
                <a16:creationId xmlns:a16="http://schemas.microsoft.com/office/drawing/2014/main" id="{B0A32BD0-36C7-E35D-796D-4518011B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2133600"/>
            <a:ext cx="1162050" cy="1162050"/>
          </a:xfrm>
          <a:prstGeom prst="rect">
            <a:avLst/>
          </a:prstGeom>
        </p:spPr>
      </p:pic>
      <p:pic>
        <p:nvPicPr>
          <p:cNvPr id="6" name="Obraz 5" descr="Obraz zawierający na wolnym powietrzu, trawa, roślina, Rezerwat przyrody&#10;&#10;Zawartość wygenerowana przez AI może być niepoprawna.">
            <a:extLst>
              <a:ext uri="{FF2B5EF4-FFF2-40B4-BE49-F238E27FC236}">
                <a16:creationId xmlns:a16="http://schemas.microsoft.com/office/drawing/2014/main" id="{E1FFD4DC-55D4-875E-773E-8119D368F8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99" b="8759"/>
          <a:stretch>
            <a:fillRect/>
          </a:stretch>
        </p:blipFill>
        <p:spPr>
          <a:xfrm>
            <a:off x="20" y="3201681"/>
            <a:ext cx="12191980" cy="3661422"/>
          </a:xfrm>
          <a:prstGeom prst="rect">
            <a:avLst/>
          </a:prstGeom>
        </p:spPr>
      </p:pic>
      <p:pic>
        <p:nvPicPr>
          <p:cNvPr id="9" name="Obraz 8" descr="Obraz zawierający kreskówka, roślina, Figurka zwierzęcia, trawa&#10;&#10;Zawartość wygenerowana przez AI może być niepoprawna.">
            <a:extLst>
              <a:ext uri="{FF2B5EF4-FFF2-40B4-BE49-F238E27FC236}">
                <a16:creationId xmlns:a16="http://schemas.microsoft.com/office/drawing/2014/main" id="{1EBAADB5-4D57-C88D-1DEC-6BE85D9F3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350" y="1714500"/>
            <a:ext cx="2705100" cy="2952750"/>
          </a:xfrm>
          <a:prstGeom prst="rect">
            <a:avLst/>
          </a:prstGeom>
        </p:spPr>
      </p:pic>
      <p:pic>
        <p:nvPicPr>
          <p:cNvPr id="10" name="Obraz 9" descr="Obraz zawierający na wolnym powietrzu, trawa, roślina, Rezerwat przyrody&#10;&#10;Zawartość wygenerowana przez AI może być niepoprawna.">
            <a:extLst>
              <a:ext uri="{FF2B5EF4-FFF2-40B4-BE49-F238E27FC236}">
                <a16:creationId xmlns:a16="http://schemas.microsoft.com/office/drawing/2014/main" id="{0515D73D-73A3-3044-6394-AA65A5D22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92" r="79767" b="8673"/>
          <a:stretch>
            <a:fillRect/>
          </a:stretch>
        </p:blipFill>
        <p:spPr>
          <a:xfrm>
            <a:off x="20" y="1281"/>
            <a:ext cx="2476867" cy="6870027"/>
          </a:xfrm>
          <a:prstGeom prst="rect">
            <a:avLst/>
          </a:prstGeom>
        </p:spPr>
      </p:pic>
      <p:pic>
        <p:nvPicPr>
          <p:cNvPr id="11" name="Obraz 10" descr="Obraz zawierający na wolnym powietrzu, trawa, roślina, Rezerwat przyrody&#10;&#10;Zawartość wygenerowana przez AI może być niepoprawna.">
            <a:extLst>
              <a:ext uri="{FF2B5EF4-FFF2-40B4-BE49-F238E27FC236}">
                <a16:creationId xmlns:a16="http://schemas.microsoft.com/office/drawing/2014/main" id="{09676C7F-D5C9-72EF-CE12-AD4F2745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257" b="8655"/>
          <a:stretch>
            <a:fillRect/>
          </a:stretch>
        </p:blipFill>
        <p:spPr>
          <a:xfrm>
            <a:off x="20" y="4668531"/>
            <a:ext cx="12191980" cy="220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2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D11A09A-0F8F-F398-FD33-5E379C0792FD}"/>
                  </a:ext>
                </a:extLst>
              </p14:cNvPr>
              <p14:cNvContentPartPr/>
              <p14:nvPr/>
            </p14:nvContentPartPr>
            <p14:xfrm>
              <a:off x="4162424" y="3962399"/>
              <a:ext cx="9525" cy="9525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D11A09A-0F8F-F398-FD33-5E379C0792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5074" y="2295524"/>
                <a:ext cx="3333750" cy="333375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raz 2" descr="toothless and hiccup from how to train your dragon are playing with each other in the grass .">
            <a:extLst>
              <a:ext uri="{FF2B5EF4-FFF2-40B4-BE49-F238E27FC236}">
                <a16:creationId xmlns:a16="http://schemas.microsoft.com/office/drawing/2014/main" id="{DE836756-A7D5-2DC4-6269-BA91663F0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50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Obraz zawierający słoń, osoba&#10;&#10;Zawartość wygenerowana przez AI może być niepoprawna.">
            <a:extLst>
              <a:ext uri="{FF2B5EF4-FFF2-40B4-BE49-F238E27FC236}">
                <a16:creationId xmlns:a16="http://schemas.microsoft.com/office/drawing/2014/main" id="{5C47559F-B86E-654D-C2ED-7D1E03136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3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Obraz zawierający niebo, chmura, koń, na wolnym powietrzu&#10;&#10;Zawartość wygenerowana przez AI może być niepoprawna.">
            <a:extLst>
              <a:ext uri="{FF2B5EF4-FFF2-40B4-BE49-F238E27FC236}">
                <a16:creationId xmlns:a16="http://schemas.microsoft.com/office/drawing/2014/main" id="{B3125B8D-B79C-6E08-829B-CF1B529A7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87" y="-1728"/>
            <a:ext cx="5133975" cy="6858000"/>
          </a:xfrm>
          <a:prstGeom prst="rect">
            <a:avLst/>
          </a:prstGeom>
        </p:spPr>
      </p:pic>
      <p:pic>
        <p:nvPicPr>
          <p:cNvPr id="4" name="Obraz 3" descr="a cartoon of a lizard that says the chat at 3am">
            <a:extLst>
              <a:ext uri="{FF2B5EF4-FFF2-40B4-BE49-F238E27FC236}">
                <a16:creationId xmlns:a16="http://schemas.microsoft.com/office/drawing/2014/main" id="{3D19A24E-07EF-7B2D-851C-2A926F5F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61925"/>
            <a:ext cx="6057900" cy="6543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7A089B62-E28C-0E66-8A26-78A4A86BB13C}"/>
                  </a:ext>
                </a:extLst>
              </p14:cNvPr>
              <p14:cNvContentPartPr/>
              <p14:nvPr/>
            </p14:nvContentPartPr>
            <p14:xfrm>
              <a:off x="6518764" y="5829084"/>
              <a:ext cx="5378303" cy="917607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7A089B62-E28C-0E66-8A26-78A4A86BB1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5769" y="5766111"/>
                <a:ext cx="5503932" cy="1043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8DD4AAAA-8271-C884-3EF9-16E40D369493}"/>
                  </a:ext>
                </a:extLst>
              </p14:cNvPr>
              <p14:cNvContentPartPr/>
              <p14:nvPr/>
            </p14:nvContentPartPr>
            <p14:xfrm>
              <a:off x="7029964" y="5713948"/>
              <a:ext cx="4284228" cy="51916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8DD4AAAA-8271-C884-3EF9-16E40D3694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11966" y="5695959"/>
                <a:ext cx="4319864" cy="55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D5D18060-90BD-2ACC-0063-41CFC8AFEC66}"/>
                  </a:ext>
                </a:extLst>
              </p14:cNvPr>
              <p14:cNvContentPartPr/>
              <p14:nvPr/>
            </p14:nvContentPartPr>
            <p14:xfrm>
              <a:off x="6821236" y="5681852"/>
              <a:ext cx="4784541" cy="743637"/>
            </p14:xfrm>
          </p:contentPart>
        </mc:Choice>
        <mc:Fallback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D5D18060-90BD-2ACC-0063-41CFC8AFEC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03597" y="5664223"/>
                <a:ext cx="4820179" cy="7792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779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37694D-C186-DDDA-457B-2D0D23795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>
                <a:solidFill>
                  <a:srgbClr val="7030A0"/>
                </a:solidFill>
              </a:rPr>
              <a:t>Die Ende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D66FD10-7CAF-2BC5-CE73-D996AFAEB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solidFill>
                  <a:srgbClr val="FFC000"/>
                </a:solidFill>
              </a:rPr>
              <a:t>☺₹Σ™©®≠¥</a:t>
            </a:r>
          </a:p>
        </p:txBody>
      </p:sp>
    </p:spTree>
    <p:extLst>
      <p:ext uri="{BB962C8B-B14F-4D97-AF65-F5344CB8AC3E}">
        <p14:creationId xmlns:p14="http://schemas.microsoft.com/office/powerpoint/2010/main" val="2819090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E57356-356B-3AB4-CEF8-0D6F38A34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778" y="1810917"/>
            <a:ext cx="9736444" cy="26211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6600" i="1" err="1">
                <a:solidFill>
                  <a:srgbClr val="92D050"/>
                </a:solidFill>
              </a:rPr>
              <a:t>Danke</a:t>
            </a:r>
            <a:br>
              <a:rPr lang="pl-PL" sz="6600" i="1"/>
            </a:br>
            <a:r>
              <a:rPr lang="pl-PL" sz="6600" i="1" err="1">
                <a:solidFill>
                  <a:srgbClr val="00B0F0"/>
                </a:solidFill>
                <a:ea typeface="+mj-lt"/>
                <a:cs typeface="+mj-lt"/>
              </a:rPr>
              <a:t>für</a:t>
            </a:r>
            <a:br>
              <a:rPr lang="pl-PL" sz="6600" i="1">
                <a:ea typeface="+mj-lt"/>
                <a:cs typeface="+mj-lt"/>
              </a:rPr>
            </a:br>
            <a:r>
              <a:rPr lang="pl-PL" sz="6600" i="1" err="1">
                <a:solidFill>
                  <a:srgbClr val="FF0000"/>
                </a:solidFill>
              </a:rPr>
              <a:t>die</a:t>
            </a:r>
            <a:r>
              <a:rPr lang="pl-PL" sz="6600" i="1">
                <a:solidFill>
                  <a:srgbClr val="FF0000"/>
                </a:solidFill>
              </a:rPr>
              <a:t> </a:t>
            </a:r>
            <a:r>
              <a:rPr lang="pl-PL" sz="6600" i="1" err="1">
                <a:solidFill>
                  <a:srgbClr val="7030A0"/>
                </a:solidFill>
              </a:rPr>
              <a:t>Aufmerksamkeit</a:t>
            </a:r>
            <a:r>
              <a:rPr lang="pl-PL" sz="6600" i="1"/>
              <a:t>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5A162B-1D9A-60C3-DBDF-CB59B341C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Obraz 2" descr="Toothless Playing Guitar Animation GIF">
            <a:extLst>
              <a:ext uri="{FF2B5EF4-FFF2-40B4-BE49-F238E27FC236}">
                <a16:creationId xmlns:a16="http://schemas.microsoft.com/office/drawing/2014/main" id="{A0590B7E-7BEB-BF84-C64C-F1168E7AA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266700"/>
            <a:ext cx="30765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9089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11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2" baseType="lpstr">
      <vt:lpstr>Motyw pakietu Office</vt:lpstr>
      <vt:lpstr>Der kleine Drache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Die Ende</vt:lpstr>
      <vt:lpstr>Danke für die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143</cp:revision>
  <dcterms:created xsi:type="dcterms:W3CDTF">2026-05-26T16:12:16Z</dcterms:created>
  <dcterms:modified xsi:type="dcterms:W3CDTF">2026-05-26T17:44:48Z</dcterms:modified>
</cp:coreProperties>
</file>